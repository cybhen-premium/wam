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11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/ evening Church family!</a:t>
            </a:r>
          </a:p>
          <a:p>
            <a:endParaRPr/>
          </a:p>
          <a:p>
            <a:r>
              <a:t>Today, we are thrilled to unveil our official Member Portal at World Ark Missions.</a:t>
            </a:r>
          </a:p>
          <a:p>
            <a:endParaRPr/>
          </a:p>
          <a:p>
            <a:r>
              <a:t>As our church family grows, we want to ensure every single member has direct, transparent access to their records, their contributions, and a private line of communication with our pastoral team. Best of all, you don't have to download anything from an app store — it works right on your phone browser.</a:t>
            </a:r>
          </a:p>
          <a:p>
            <a:endParaRPr/>
          </a:p>
          <a:p>
            <a:r>
              <a:t>Let's dive into how simple it is to activate and use!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4 core pillars of your Member Portal:</a:t>
            </a:r>
          </a:p>
          <a:p>
            <a:r>
              <a:t>1. Digital Member Identity: Never lose your church ID number again.</a:t>
            </a:r>
          </a:p>
          <a:p>
            <a:r>
              <a:t>2. Profile Accuracy: Help the church celebrate your milestones and keep in touch.</a:t>
            </a:r>
          </a:p>
          <a:p>
            <a:r>
              <a:t>3. Financial Transparency: Complete visibility into your weekly tithes and welfare records.</a:t>
            </a:r>
          </a:p>
          <a:p>
            <a:r>
              <a:t>4. Pastoral Connection: A direct, secure channel for prayer requests and counseling.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you can see the actual sign-in screen on the left!</a:t>
            </a:r>
          </a:p>
          <a:p>
            <a:endParaRPr/>
          </a:p>
          <a:p>
            <a:r>
              <a:t>1. Open your phone browser and visit our portal link.</a:t>
            </a:r>
          </a:p>
          <a:p>
            <a:r>
              <a:t>2. In the box, type your phone number or your Member ID.</a:t>
            </a:r>
          </a:p>
          <a:p>
            <a:r>
              <a:t>3. Click Continue.</a:t>
            </a:r>
          </a:p>
          <a:p>
            <a:r>
              <a:t>Notice how clean and secure it is — no confusing registration questionnaires!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screen, you can see Step 2: Verification!</a:t>
            </a:r>
          </a:p>
          <a:p>
            <a:endParaRPr/>
          </a:p>
          <a:p>
            <a:r>
              <a:t>As soon as you enter your number, our system sends a 6-digit text message to your phone.</a:t>
            </a:r>
          </a:p>
          <a:p>
            <a:r>
              <a:t>Type those 6 digits in, create a password you can remember, and hit 'Activate &amp; Enter Portal'.</a:t>
            </a:r>
          </a:p>
          <a:p>
            <a:r>
              <a:t>From then on, you simply log in with your password. The entire process takes under one minute!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what you see as soon as you log in!</a:t>
            </a:r>
          </a:p>
          <a:p>
            <a:endParaRPr/>
          </a:p>
          <a:p>
            <a:r>
              <a:t>- At the top right of your profile is your Member ID with a copy button.</a:t>
            </a:r>
          </a:p>
          <a:p>
            <a:r>
              <a:t>- You can tap the camera icon to upload a nice photo of yourself so the pastoral team recognizes you.</a:t>
            </a:r>
          </a:p>
          <a:p>
            <a:r>
              <a:t>- You can verify your address, email, department, birthday, and wedding anniversary.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Tithes &amp; Welfare tab on screen!</a:t>
            </a:r>
          </a:p>
          <a:p>
            <a:endParaRPr/>
          </a:p>
          <a:p>
            <a:r>
              <a:t>- You have total transparency over every tithe recorded in your name.</a:t>
            </a:r>
          </a:p>
          <a:p>
            <a:r>
              <a:t>- It shows the month, the week, the exact amount, and a green 'Verified' status badge.</a:t>
            </a:r>
          </a:p>
          <a:p>
            <a:r>
              <a:t>- You also have your Welfare Dues tab right next to it.</a:t>
            </a:r>
          </a:p>
          <a:p>
            <a:r>
              <a:t>- This eliminates any confusion and gives you peace of mind in your stewardship.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Pastoral Inquiries tab!</a:t>
            </a:r>
          </a:p>
          <a:p>
            <a:endParaRPr/>
          </a:p>
          <a:p>
            <a:r>
              <a:t>- If you have a prayer request or need counseling, you can click '+ Submit New Inquiry'.</a:t>
            </a:r>
          </a:p>
          <a:p>
            <a:r>
              <a:t>- As you see on the screenshot, when Pastor Adom replied to Brother Melvin, the message is marked 'Resolved' and the pastor's personalized encouragement is preserved right in your portal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treat your privacy with the utmost importance:</a:t>
            </a:r>
          </a:p>
          <a:p>
            <a:r>
              <a:t>- Your giving records and messages are strictly confidential.</a:t>
            </a:r>
          </a:p>
          <a:p>
            <a:r>
              <a:t>- If you forget to log out on a family computer or public terminal, our 15-minute inactivity auto-logout protects you.</a:t>
            </a:r>
          </a:p>
          <a:p>
            <a:r>
              <a:t>- Password resets are fast and verified by your mobile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top questions members ask:</a:t>
            </a:r>
          </a:p>
          <a:p>
            <a:r>
              <a:t>- If you didn't receive an SMS code, our IT desk can verify your number on file.</a:t>
            </a:r>
          </a:p>
          <a:p>
            <a:r>
              <a:t>- Families sharing a phone number can select their account with ease.</a:t>
            </a:r>
          </a:p>
          <a:p>
            <a:r>
              <a:t>- It takes zero storage space on your smartphone!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encourage everyone to pull out your phone right now or immediately after the service.</a:t>
            </a:r>
          </a:p>
          <a:p>
            <a:r>
              <a:t>Go to the portal link, type your phone number, and experience your new Member Portal.</a:t>
            </a:r>
          </a:p>
          <a:p>
            <a:r>
              <a:t>Our media and IT team is waiting in the foyer to assist anyone who needs help.</a:t>
            </a:r>
          </a:p>
          <a:p>
            <a:r>
              <a:t>Thank you, and God richly bless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801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1005840"/>
            <a:ext cx="8503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Arial Black"/>
              </a:defRPr>
            </a:pPr>
            <a:r>
              <a:t>WORLD ARK MISSIONS</a:t>
            </a:r>
          </a:p>
          <a:p>
            <a:pPr>
              <a:spcAft>
                <a:spcPts val="1400"/>
              </a:spcAft>
              <a:defRPr sz="4400" b="1">
                <a:solidFill>
                  <a:srgbClr val="F8FAFC"/>
                </a:solidFill>
                <a:latin typeface="Calibri"/>
              </a:defRPr>
            </a:pPr>
            <a:r>
              <a:t>WELCOME TO YOUR</a:t>
            </a:r>
            <a:br/>
            <a:r>
              <a:t>MEMBER PORTAL</a:t>
            </a:r>
          </a:p>
          <a:p>
            <a:pPr>
              <a:spcAft>
                <a:spcPts val="2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Your Personal Hub for Church Records, Verified Giving &amp; Pastoral Care</a:t>
            </a:r>
          </a:p>
          <a:p>
            <a:pPr>
              <a:defRPr sz="1200" b="1">
                <a:solidFill>
                  <a:srgbClr val="2563EB"/>
                </a:solidFill>
                <a:latin typeface="Arial Black"/>
              </a:defRPr>
            </a:pPr>
            <a:r>
              <a:t>⚡ ACTIVATES IN 60 SECONDS   •   🔒 100% CONFIDENTIAL   •   📱 WORKS ON ANY PHONE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Why You Will Love Your Member Portal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🪪</a:t>
            </a:r>
          </a:p>
          <a:p>
            <a:pPr>
              <a:spcAft>
                <a:spcPts val="1000"/>
              </a:spcAft>
              <a:defRPr sz="1900" b="1">
                <a:solidFill>
                  <a:srgbClr val="0A0F1D"/>
                </a:solidFill>
                <a:latin typeface="Calibri"/>
              </a:defRPr>
            </a:pPr>
            <a:r>
              <a:t>Digital Identity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Your official Member ID code is always with you — with a one-tap copy button for forms and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85032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👤</a:t>
            </a:r>
          </a:p>
          <a:p>
            <a:pPr>
              <a:spcAft>
                <a:spcPts val="1000"/>
              </a:spcAft>
              <a:defRPr sz="1900" b="1">
                <a:solidFill>
                  <a:srgbClr val="0A0F1D"/>
                </a:solidFill>
                <a:latin typeface="Calibri"/>
              </a:defRPr>
            </a:pPr>
            <a:r>
              <a:t>Personal Profile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Keep your contact info, department, and family milestones (birthdays &amp; anniversaries) accurate.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46888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9944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📊</a:t>
            </a:r>
          </a:p>
          <a:p>
            <a:pPr>
              <a:spcAft>
                <a:spcPts val="1000"/>
              </a:spcAft>
              <a:defRPr sz="1900" b="1">
                <a:solidFill>
                  <a:srgbClr val="0A0F1D"/>
                </a:solidFill>
                <a:latin typeface="Calibri"/>
              </a:defRPr>
            </a:pPr>
            <a:r>
              <a:t>Giving Transparency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Real-time access to your verified Tithes ledger (by week &amp; month) and Welfare dues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34856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💬</a:t>
            </a:r>
          </a:p>
          <a:p>
            <a:pPr>
              <a:spcAft>
                <a:spcPts val="1000"/>
              </a:spcAft>
              <a:defRPr sz="1900" b="1">
                <a:solidFill>
                  <a:srgbClr val="0A0F1D"/>
                </a:solidFill>
                <a:latin typeface="Calibri"/>
              </a:defRPr>
            </a:pPr>
            <a:r>
              <a:t>Direct Pastoral Care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Submit confidential prayer requests, counseling notes, and inquiries directly to church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Step 1: Signing In &amp; Looking Up Your Account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508760"/>
            <a:ext cx="393192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in_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45920"/>
            <a:ext cx="36576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55448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Arial Black"/>
              </a:defRPr>
            </a:pPr>
            <a:r>
              <a:t>SIMPLE 1-STEP LOOKUP</a:t>
            </a:r>
          </a:p>
          <a:p>
            <a:pPr>
              <a:spcAft>
                <a:spcPts val="1600"/>
              </a:spcAft>
              <a:defRPr sz="2600" b="1">
                <a:solidFill>
                  <a:srgbClr val="0A0F1D"/>
                </a:solidFill>
                <a:latin typeface="Calibri"/>
              </a:defRPr>
            </a:pPr>
            <a:r>
              <a:t>How to Access Your Portal</a:t>
            </a:r>
          </a:p>
          <a:p>
            <a:pPr>
              <a:spcBef>
                <a:spcPts val="600"/>
              </a:spcBef>
              <a:defRPr sz="1500" b="1">
                <a:solidFill>
                  <a:srgbClr val="1D4ED8"/>
                </a:solidFill>
                <a:latin typeface="Calibri"/>
              </a:defRPr>
            </a:pPr>
            <a:r>
              <a:t>📱 No App Installation Needed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Works instantly in Google Chrome, Apple Safari, Microsoft Edge, or any smartphone browser.</a:t>
            </a:r>
          </a:p>
          <a:p>
            <a:pPr>
              <a:spcBef>
                <a:spcPts val="600"/>
              </a:spcBef>
              <a:defRPr sz="1500" b="1">
                <a:solidFill>
                  <a:srgbClr val="1D4ED8"/>
                </a:solidFill>
                <a:latin typeface="Calibri"/>
              </a:defRPr>
            </a:pPr>
            <a:r>
              <a:t>📞 Enter Registered Phone Number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Simply type the phone number you registered with the church (e.g. 024 456 7890).</a:t>
            </a:r>
          </a:p>
          <a:p>
            <a:pPr>
              <a:spcBef>
                <a:spcPts val="600"/>
              </a:spcBef>
              <a:defRPr sz="1500" b="1">
                <a:solidFill>
                  <a:srgbClr val="1D4ED8"/>
                </a:solidFill>
                <a:latin typeface="Calibri"/>
              </a:defRPr>
            </a:pPr>
            <a:r>
              <a:t>🪪 Or Use Your Member ID Code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If you know your church code (e.g. WAM-00142), you can enter that instead.</a:t>
            </a:r>
          </a:p>
          <a:p>
            <a:pPr>
              <a:spcBef>
                <a:spcPts val="600"/>
              </a:spcBef>
              <a:defRPr sz="1500" b="1">
                <a:solidFill>
                  <a:srgbClr val="1D4ED8"/>
                </a:solidFill>
                <a:latin typeface="Calibri"/>
              </a:defRPr>
            </a:pPr>
            <a:r>
              <a:t>➔ Tap Continue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The portal automatically checks your record and proceeds to one-time SMS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Step 2: Instant SMS Verification &amp; Password Setup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508760"/>
            <a:ext cx="393192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tivation_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45920"/>
            <a:ext cx="36576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55448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 Black"/>
              </a:defRPr>
            </a:pPr>
            <a:r>
              <a:t>FAST, SECURE ACTIVATION</a:t>
            </a:r>
          </a:p>
          <a:p>
            <a:pPr>
              <a:spcAft>
                <a:spcPts val="1600"/>
              </a:spcAft>
              <a:defRPr sz="2600" b="1">
                <a:solidFill>
                  <a:srgbClr val="0A0F1D"/>
                </a:solidFill>
                <a:latin typeface="Calibri"/>
              </a:defRPr>
            </a:pPr>
            <a:r>
              <a:t>One-Time Account Setup</a:t>
            </a:r>
          </a:p>
          <a:p>
            <a:pPr>
              <a:spcBef>
                <a:spcPts val="600"/>
              </a:spcBef>
              <a:defRPr sz="1500" b="1">
                <a:solidFill>
                  <a:srgbClr val="0A0F1D"/>
                </a:solidFill>
                <a:latin typeface="Calibri"/>
              </a:defRPr>
            </a:pPr>
            <a:r>
              <a:t>💬 Instant 6-Digit SMS Code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A one-time verification code is texted to your phone within seconds to confirm your identity.</a:t>
            </a:r>
          </a:p>
          <a:p>
            <a:pPr>
              <a:spcBef>
                <a:spcPts val="600"/>
              </a:spcBef>
              <a:defRPr sz="1500" b="1">
                <a:solidFill>
                  <a:srgbClr val="0A0F1D"/>
                </a:solidFill>
                <a:latin typeface="Calibri"/>
              </a:defRPr>
            </a:pPr>
            <a:r>
              <a:t>🔑 Set Your Personal Password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Choose a secure password (minimum 6 characters) that only you know.</a:t>
            </a:r>
          </a:p>
          <a:p>
            <a:pPr>
              <a:spcBef>
                <a:spcPts val="600"/>
              </a:spcBef>
              <a:defRPr sz="1500" b="1">
                <a:solidFill>
                  <a:srgbClr val="0A0F1D"/>
                </a:solidFill>
                <a:latin typeface="Calibri"/>
              </a:defRPr>
            </a:pPr>
            <a:r>
              <a:t>🛡️ Activated For Life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Once set, your account is activated! On future visits, simply log in directly with your phone/ID and password.</a:t>
            </a:r>
          </a:p>
          <a:p>
            <a:pPr>
              <a:spcBef>
                <a:spcPts val="600"/>
              </a:spcBef>
              <a:defRPr sz="1500" b="1">
                <a:solidFill>
                  <a:srgbClr val="0A0F1D"/>
                </a:solidFill>
                <a:latin typeface="Calibri"/>
              </a:defRPr>
            </a:pPr>
            <a:r>
              <a:t>🔄 Easy Reset</a:t>
            </a:r>
          </a:p>
          <a:p>
            <a:pPr>
              <a:spcAft>
                <a:spcPts val="4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If you ever forget your password, you can reset it anytime via SMS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Dashboard Tour: Your Personal Profile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pic>
        <p:nvPicPr>
          <p:cNvPr id="5" name="Picture 4" descr="dashboard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6675120" cy="39470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508760"/>
            <a:ext cx="3749039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🪪 Member ID &amp; Copy Button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Your unique ID code (e.g. WAM-00142) is prominently displayed with a 1-tap copy button for easy event sign-ups.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1089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32461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📷 Phone Camera Photo Upload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Tap the camera icon on your avatar to snap a live selfie or upload a portrait from your photo gallery.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091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🎂 Celebrations &amp; Milestones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Ensure your Birthday and Wedding Anniversary are accurate so the church can celebrate with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Giving Transparency: Verified Tithes &amp; Welfare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pic>
        <p:nvPicPr>
          <p:cNvPr id="5" name="Picture 4" descr="dashboard_tith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6675120" cy="39470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508760"/>
            <a:ext cx="3749039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0F1D"/>
                </a:solidFill>
                <a:latin typeface="Calibri"/>
              </a:defRPr>
            </a:pPr>
            <a:r>
              <a:t>📊 Verified Weekly Breakdown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Review each tithe recorded by the finance department, broken down by week 1 through 5 of each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1089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32461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0F1D"/>
                </a:solidFill>
                <a:latin typeface="Calibri"/>
              </a:defRPr>
            </a:pPr>
            <a:r>
              <a:t>🤝 Welfare Dues Accountability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Check your recorded welfare contributions and contribution dates to verify you are in good standing.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091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0F1D"/>
                </a:solidFill>
                <a:latin typeface="Calibri"/>
              </a:defRPr>
            </a:pPr>
            <a:r>
              <a:t>🛡️ 100% Private Ledger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Nobody else can see your giving records. The data is encrypted and visible only to you and authorized finance officers.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664" y="-1966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Pastoral Care: Private Inquiries &amp; Prayer Requests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pic>
        <p:nvPicPr>
          <p:cNvPr id="5" name="Picture 4" descr="dashboard_inqui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6675120" cy="39470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508760"/>
            <a:ext cx="3749039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0F1D"/>
                </a:solidFill>
                <a:latin typeface="Calibri"/>
              </a:defRPr>
            </a:pPr>
            <a:r>
              <a:t>🙏 Confidential Prayer Requests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Submit private prayer needs, welfare inquiries, or counseling requests directly to church leadership.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1089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32461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0F1D"/>
                </a:solidFill>
                <a:latin typeface="Calibri"/>
              </a:defRPr>
            </a:pPr>
            <a:r>
              <a:t>🔄 Live Status Tracking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Track the progress of your message: Pending (received) ➔ In Progress (reviewed) ➔ Resolved (replied).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09160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0F1D"/>
                </a:solidFill>
                <a:latin typeface="Calibri"/>
              </a:defRPr>
            </a:pPr>
            <a:r>
              <a:t>💬 Direct Pastoral Replies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Read personal replies from pastors directly in your portal inbox with exact date and time 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Your Privacy &amp; Data Security Come First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🔒</a:t>
            </a:r>
          </a:p>
          <a:p>
            <a:pPr>
              <a:spcAft>
                <a:spcPts val="1000"/>
              </a:spcAft>
              <a:defRPr sz="1800" b="1">
                <a:solidFill>
                  <a:srgbClr val="0A0F1D"/>
                </a:solidFill>
                <a:latin typeface="Calibri"/>
              </a:defRPr>
            </a:pPr>
            <a:r>
              <a:t>Strictly Confidential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Your financial contributions, welfare dues, and pastoral inquiries are encrypted and accessible only to you and authorized church leadership.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⏱️</a:t>
            </a:r>
          </a:p>
          <a:p>
            <a:pPr>
              <a:spcAft>
                <a:spcPts val="1000"/>
              </a:spcAft>
              <a:defRPr sz="1800" b="1">
                <a:solidFill>
                  <a:srgbClr val="0A0F1D"/>
                </a:solidFill>
                <a:latin typeface="Calibri"/>
              </a:defRPr>
            </a:pPr>
            <a:r>
              <a:t>15-Min Auto-Logout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Using a shared computer or tablet? The portal automatically logs you out after 15 minutes of inactivity with a 2-minute countdown 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/>
            </a:pPr>
            <a:r>
              <a:t>🔑</a:t>
            </a:r>
          </a:p>
          <a:p>
            <a:pPr>
              <a:spcAft>
                <a:spcPts val="1000"/>
              </a:spcAft>
              <a:defRPr sz="1800" b="1">
                <a:solidFill>
                  <a:srgbClr val="0A0F1D"/>
                </a:solidFill>
                <a:latin typeface="Calibri"/>
              </a:defRPr>
            </a:pPr>
            <a:r>
              <a:t>Instant SMS Password Reset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Forgot your password? Simply click 'Forgot Password' and reset it within seconds via a secure 6-digit SMS code to your 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 Black"/>
              </a:defRPr>
            </a:pPr>
            <a:r>
              <a:t>WORLD ARK MISSIONS • MEMBER PORTAL</a:t>
            </a:r>
          </a:p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Frequently Asked Questions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What if I didn't get the SMS verification code?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Check that you entered the exact phone number you registered with the church. If your number has changed, visit our church IT desk to update your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Can spouses or family share a phone number?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Yes! If multiple family members share a phone number, the portal displays an account picker so you choose your personal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Can other church members see my giving or messages?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Absolutely not. Your portal account is completely private and accessible only with your personal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9776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Do I need to download an app from Google Play or App Store?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No app download is required! It works seamlessly in any web browser. You can tap 'Add to Home Screen' on your smartphone for one-tap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9418320" cy="48463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8696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  <a:latin typeface="Arial Black"/>
              </a:defRPr>
            </a:pPr>
            <a:r>
              <a:rPr dirty="0"/>
              <a:t>ACTIVATE YOUR ACCOUNT TODAY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8FAFC"/>
                </a:solidFill>
                <a:latin typeface="Calibri"/>
              </a:defRPr>
            </a:pPr>
            <a:r>
              <a:rPr dirty="0"/>
              <a:t>Get Connected with Your Church Family!</a:t>
            </a:r>
          </a:p>
          <a:p>
            <a:pPr algn="ctr">
              <a:spcAft>
                <a:spcPts val="1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🌐 Direct Access: [ </a:t>
            </a:r>
            <a:r>
              <a:rPr lang="en-US" dirty="0"/>
              <a:t>app.worldarkmissions.org</a:t>
            </a:r>
            <a:r>
              <a:rPr dirty="0"/>
              <a:t>/portal ]</a:t>
            </a:r>
          </a:p>
          <a:p>
            <a:pPr algn="ctr">
              <a:spcAft>
                <a:spcPts val="22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rPr dirty="0"/>
              <a:t>💡 Need help? Visit our IT / Media Support Desk in the foyer after service.</a:t>
            </a:r>
            <a:br>
              <a:rPr dirty="0"/>
            </a:br>
            <a:r>
              <a:rPr dirty="0"/>
              <a:t>Our team will help you activate your account in under 60 seconds!</a:t>
            </a:r>
          </a:p>
          <a:p>
            <a:pPr algn="ctr">
              <a:defRPr sz="1300" i="1">
                <a:solidFill>
                  <a:srgbClr val="94A3B8"/>
                </a:solidFill>
                <a:latin typeface="Calibri"/>
              </a:defRPr>
            </a:pPr>
            <a:r>
              <a:rPr dirty="0"/>
              <a:t>World Ark Missions • Connected • Informed • Empowered in Faith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1592</Words>
  <Application>Microsoft Office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 Osei</cp:lastModifiedBy>
  <cp:revision>2</cp:revision>
  <dcterms:created xsi:type="dcterms:W3CDTF">2013-01-27T09:14:16Z</dcterms:created>
  <dcterms:modified xsi:type="dcterms:W3CDTF">2026-10-25T02:16:00Z</dcterms:modified>
  <cp:category/>
</cp:coreProperties>
</file>
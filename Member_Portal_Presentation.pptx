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/ evening Church family!</a:t>
            </a:r>
          </a:p>
          <a:p/>
          <a:p>
            <a:r>
              <a:t>Today, we are thrilled to officially introduce our new Member Portal at World Ark Missions.</a:t>
            </a:r>
          </a:p>
          <a:p>
            <a:r>
              <a:t>As our church continues to grow, we want to ensure every single member stays closely connected, has full transparency over their giving records, and has a direct, confidential line of communication with our pastoral leadership.</a:t>
            </a:r>
          </a:p>
          <a:p/>
          <a:p>
            <a:r>
              <a:t>Today's brief presentation will show you how to activate your account in under two minutes and how to navigate all the key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did we create the Member Portal?</a:t>
            </a:r>
          </a:p>
          <a:p>
            <a:r>
              <a:t>1. Digital Member Identity: You no longer have to ask around for your church ID number.</a:t>
            </a:r>
          </a:p>
          <a:p>
            <a:r>
              <a:t>2. Profile Accuracy: Ensure the pastoral team has your correct contact information and celebratory dates.</a:t>
            </a:r>
          </a:p>
          <a:p>
            <a:r>
              <a:t>3. Transparency: Complete personal records of all your tithes and welfare contributions.</a:t>
            </a:r>
          </a:p>
          <a:p>
            <a:r>
              <a:t>4. Direct Pastoral Care: A direct, secure, and organized channel to communicate with church leaders.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Getting started takes less than one minute:</a:t>
            </a:r>
          </a:p>
          <a:p>
            <a:r>
              <a:t>- You don't have to register from scratch; our database already knows our members.</a:t>
            </a:r>
          </a:p>
          <a:p>
            <a:r>
              <a:t>- Simply type in your phone number.</a:t>
            </a:r>
          </a:p>
          <a:p>
            <a:r>
              <a:t>- Enter the 6-digit SMS code you receive.</a:t>
            </a:r>
          </a:p>
          <a:p>
            <a:r>
              <a:t>- Pick a password you will remember.</a:t>
            </a:r>
          </a:p>
          <a:p>
            <a:r>
              <a:t>- For subsequent visits, you simply type your phone number and password to log in directly!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Profile tab:</a:t>
            </a:r>
          </a:p>
          <a:p>
            <a:r>
              <a:t>- Your Member ID is prominently displayed at the top with a convenient copy button.</a:t>
            </a:r>
          </a:p>
          <a:p>
            <a:r>
              <a:t>- You can verify your department, birthday, wedding anniversary, and contact details.</a:t>
            </a:r>
          </a:p>
          <a:p>
            <a:r>
              <a:t>- You can also upload a clear photo using your phone camera so our pastoral team can easily identify you!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Stewardship and transparency are core values of World Ark Missions.</a:t>
            </a:r>
          </a:p>
          <a:p>
            <a:r>
              <a:t>Under the Tithes tab and Welfare tab, you can view your complete giving history.</a:t>
            </a:r>
          </a:p>
          <a:p>
            <a:r>
              <a:t>If you ever need confirmation of your dues or contributions, you can inspect it in real time 24/7.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know that life brings seasons where you need support, counseling, or prayer.</a:t>
            </a:r>
          </a:p>
          <a:p>
            <a:r>
              <a:t>Instead of lost WhatsApp messages, the Inquiries tab ensures your messages are logged, reviewed by pastors, and replied to directly in your private portal.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Your privacy is our top priority.</a:t>
            </a:r>
          </a:p>
          <a:p>
            <a:r>
              <a:t>- All personal information and giving data are secure.</a:t>
            </a:r>
          </a:p>
          <a:p>
            <a:r>
              <a:t>- If you leave your session open on a public or shared computer, it automatically protects you with a 15-minute inactivity timeout.</a:t>
            </a:r>
          </a:p>
          <a:p>
            <a:r>
              <a:t>- Password resets are fast, easy, and tied securely to your verified mobile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are the most common questions members ask:</a:t>
            </a:r>
          </a:p>
          <a:p>
            <a:r>
              <a:t>- If you didn't receive an SMS, our church office can verify your phone number on file.</a:t>
            </a:r>
          </a:p>
          <a:p>
            <a:r>
              <a:t>- Spouses and family members sharing a phone number can easily select their account.</a:t>
            </a:r>
          </a:p>
          <a:p>
            <a:r>
              <a:t>- No storage space needed on your phone; it works directly in Safari, Chrome, Edge,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encourage every member to take out their phone right now or immediately after the service.</a:t>
            </a:r>
          </a:p>
          <a:p>
            <a:r>
              <a:t>Try logging in with your registered phone number.</a:t>
            </a:r>
          </a:p>
          <a:p>
            <a:r>
              <a:t>If you need any help, our IT and media team is stationed in the foyer to assist you.</a:t>
            </a:r>
          </a:p>
          <a:p>
            <a:r>
              <a:t>Thank you, and may God richly bless you!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28016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0" y="1097280"/>
            <a:ext cx="8686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D97706"/>
                </a:solidFill>
                <a:latin typeface="Calibri"/>
              </a:defRPr>
            </a:pPr>
            <a:r>
              <a:t>WORLD ARK MISSIONS</a:t>
            </a:r>
          </a:p>
          <a:p>
            <a:pPr>
              <a:spcAft>
                <a:spcPts val="1400"/>
              </a:spcAft>
              <a:defRPr sz="4000" b="1">
                <a:solidFill>
                  <a:srgbClr val="F1F5F9"/>
                </a:solidFill>
                <a:latin typeface="Calibri"/>
              </a:defRPr>
            </a:pPr>
            <a:r>
              <a:t>Welcome to Your</a:t>
            </a:r>
            <a:br/>
            <a:r>
              <a:t>Member Portal</a:t>
            </a:r>
          </a:p>
          <a:p>
            <a:pPr>
              <a:spcAft>
                <a:spcPts val="2800"/>
              </a:spcAft>
              <a:defRPr sz="1800">
                <a:solidFill>
                  <a:srgbClr val="94A3B8"/>
                </a:solidFill>
                <a:latin typeface="Calibri"/>
              </a:defRPr>
            </a:pPr>
            <a:r>
              <a:t>A Complete Guide to Accessing Your Church Records, Giving History &amp; Pastoral Care</a:t>
            </a:r>
          </a:p>
          <a:p>
            <a:pPr>
              <a:defRPr sz="1400" b="1">
                <a:solidFill>
                  <a:srgbClr val="2563EB"/>
                </a:solidFill>
                <a:latin typeface="Calibri"/>
              </a:defRPr>
            </a:pPr>
            <a:r>
              <a:t>🌐 Direct Portal Link: your-church-domain.com/portal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  <a:latin typeface="Calibri"/>
              </a:defRPr>
            </a:pPr>
            <a:r>
              <a:t>WORLD ARK MISSIONS • MEMBER PORTAL</a:t>
            </a:r>
          </a:p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Why You Will Love Your Member Portal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65760"/>
            <a:ext cx="731520" cy="731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20116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/>
            </a:pPr>
            <a:r>
              <a:t>🪪</a:t>
            </a:r>
          </a:p>
          <a:p>
            <a:pPr>
              <a:spcAft>
                <a:spcPts val="1000"/>
              </a:spcAft>
              <a:defRPr sz="1800" b="1">
                <a:solidFill>
                  <a:srgbClr val="1E293B"/>
                </a:solidFill>
                <a:latin typeface="Calibri"/>
              </a:defRPr>
            </a:pPr>
            <a:r>
              <a:t>Digital Identity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Instant access to your official Member ID code with a one-tap copy button for forms and church events.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64592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85032" y="1965960"/>
            <a:ext cx="20116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/>
            </a:pPr>
            <a:r>
              <a:t>👤</a:t>
            </a:r>
          </a:p>
          <a:p>
            <a:pPr>
              <a:spcAft>
                <a:spcPts val="1000"/>
              </a:spcAft>
              <a:defRPr sz="1800" b="1">
                <a:solidFill>
                  <a:srgbClr val="1E293B"/>
                </a:solidFill>
                <a:latin typeface="Calibri"/>
              </a:defRPr>
            </a:pPr>
            <a:r>
              <a:t>Personal Profile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Keep your contact info, department, and family milestones (birthdays &amp; anniversaries) accurate.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64592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9944" y="1965960"/>
            <a:ext cx="20116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/>
            </a:pPr>
            <a:r>
              <a:t>📊</a:t>
            </a:r>
          </a:p>
          <a:p>
            <a:pPr>
              <a:spcAft>
                <a:spcPts val="1000"/>
              </a:spcAft>
              <a:defRPr sz="1800" b="1">
                <a:solidFill>
                  <a:srgbClr val="1E293B"/>
                </a:solidFill>
                <a:latin typeface="Calibri"/>
              </a:defRPr>
            </a:pPr>
            <a:r>
              <a:t>Giving Transparency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View verified weekly &amp; monthly Tithes and Welfare records recorded by the finance ministry.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64592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34856" y="1965960"/>
            <a:ext cx="20116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/>
            </a:pPr>
            <a:r>
              <a:t>💬</a:t>
            </a:r>
          </a:p>
          <a:p>
            <a:pPr>
              <a:spcAft>
                <a:spcPts val="1000"/>
              </a:spcAft>
              <a:defRPr sz="1800" b="1">
                <a:solidFill>
                  <a:srgbClr val="1E293B"/>
                </a:solidFill>
                <a:latin typeface="Calibri"/>
              </a:defRPr>
            </a:pPr>
            <a:r>
              <a:t>Pastoral Inquiries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Submit confidential prayer requests, welfare inquiries, and counseling notes directly to leadership.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  <a:latin typeface="Calibri"/>
              </a:defRPr>
            </a:pPr>
            <a:r>
              <a:t>WORLD ARK MISSIONS • MEMBER PORTAL</a:t>
            </a:r>
          </a:p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How to Activate Your Account in 4 Simple Steps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65760"/>
            <a:ext cx="731520" cy="731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920240"/>
            <a:ext cx="1005840" cy="36576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68880"/>
            <a:ext cx="20116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E293B"/>
                </a:solidFill>
                <a:latin typeface="Calibri"/>
              </a:defRPr>
            </a:pPr>
            <a:r>
              <a:t>Open Portal Link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Visit your church link on any phone, tablet, or PC browser. No app download needed!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85032" y="1920240"/>
            <a:ext cx="1005840" cy="36576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5032" y="2468880"/>
            <a:ext cx="20116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E293B"/>
                </a:solidFill>
                <a:latin typeface="Calibri"/>
              </a:defRPr>
            </a:pPr>
            <a:r>
              <a:t>Enter Phone / ID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Type the registered phone number you gave to the church, or your Member ID code.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9944" y="1920240"/>
            <a:ext cx="1005840" cy="36576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9944" y="2468880"/>
            <a:ext cx="20116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E293B"/>
                </a:solidFill>
                <a:latin typeface="Calibri"/>
              </a:defRPr>
            </a:pPr>
            <a:r>
              <a:t>SMS 6-Digit Code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Receive a fast, secure 6-digit SMS verification code on your phone and enter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34856" y="1920240"/>
            <a:ext cx="1005840" cy="36576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4856" y="2468880"/>
            <a:ext cx="20116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E293B"/>
                </a:solidFill>
                <a:latin typeface="Calibri"/>
              </a:defRPr>
            </a:pPr>
            <a:r>
              <a:t>Set Password &amp; In!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Choose a password (min 6 characters). You are now logged in and fully activated!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  <a:latin typeface="Calibri"/>
              </a:defRPr>
            </a:pPr>
            <a:r>
              <a:t>WORLD ARK MISSIONS • MEMBER PORTAL</a:t>
            </a:r>
          </a:p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Feature 1: Your Personal Member Profile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65760"/>
            <a:ext cx="731520" cy="731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43891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E293B"/>
                </a:solidFill>
                <a:latin typeface="Calibri"/>
              </a:defRPr>
            </a:pPr>
            <a:r>
              <a:t>Member Identity &amp; Records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Official Member ID: A unique code (e.g. WAM-00123) with a one-tap copy button.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Contact Information: Verify your registered phone number, email, and home address.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Department Assignment: Confirm your active department (Choir, Media, Ushers, etc.).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Milestones &amp; Celebrations: Keep your Birthday and Wedding Anniversary accurate so the church can celebrate with you.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Spiritual Milestones: Verify baptism records and joined date.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965960"/>
            <a:ext cx="43891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2563EB"/>
                </a:solidFill>
                <a:latin typeface="Calibri"/>
              </a:defRPr>
            </a:pPr>
            <a:r>
              <a:t>Profile Photo &amp; Camera Upload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📷 Direct Phone Camera Upload: Tap the camera icon to take a fresh portrait selfie on the spot.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📷 Gallery Upload: Select a clean professional photo from your phone or computer.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📷 High-Resolution Zoom: Tap your photo anytime to expand and review your picture.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📷 Instant Cloud Sync: Your uploaded photo immediately updates across your profile.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📷 Staff Recognition: Helps pastoral staff, ushers, and department leaders recognize you.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  <a:latin typeface="Calibri"/>
              </a:defRPr>
            </a:pPr>
            <a:r>
              <a:t>WORLD ARK MISSIONS • MEMBER PORTAL</a:t>
            </a:r>
          </a:p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Feature 2: Transparent Giving History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65760"/>
            <a:ext cx="731520" cy="731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43891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E293B"/>
                </a:solidFill>
                <a:latin typeface="Calibri"/>
              </a:defRPr>
            </a:pPr>
            <a:r>
              <a:t>📊 Tithes Ledger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Chronological History: Review every tithe recorded by the church finance team.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Organized by Month &amp; Week: Clearly organized into Week 1 through Week 5 of each month.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Accurate Amounts: Check exact figures recorded against your bank deposits or envelope giving.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Self-Service Verification: No need to wait for end-of-year statements to check your tithes.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965960"/>
            <a:ext cx="43891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D97706"/>
                </a:solidFill>
                <a:latin typeface="Calibri"/>
              </a:defRPr>
            </a:pPr>
            <a:r>
              <a:t>🤝 Welfare Dues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Contribution Tracking: Verify your monthly or periodic welfare dues records.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Contribution Dates: Clear record of when each welfare contribution was received.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Membership Standing: Verify that your welfare commitments are up to date for ministry benefits.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Full Accountability: Both you and the church administration share the exact same ledger.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  <a:latin typeface="Calibri"/>
              </a:defRPr>
            </a:pPr>
            <a:r>
              <a:t>WORLD ARK MISSIONS • MEMBER PORTAL</a:t>
            </a:r>
          </a:p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Feature 3: Pastoral Care, Prayer &amp; Inquiries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65760"/>
            <a:ext cx="731520" cy="731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645920"/>
            <a:ext cx="10698480" cy="10058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D4ED8"/>
                </a:solidFill>
                <a:latin typeface="Calibri"/>
              </a:defRPr>
            </a:pPr>
            <a:r>
              <a:t>💬 A Direct, Confidential Line to Church Leadership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Submit prayer requests, pastoral counseling requests, or administrative questions privately from anywhere.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33832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1089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293B"/>
                </a:solidFill>
                <a:latin typeface="Calibri"/>
              </a:defRPr>
            </a:pPr>
            <a:r>
              <a:t>1. Choose a Category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Select whether your message is a Prayer Request, Pastoral Care, Welfare, Finance, or General Inquiry.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834640"/>
            <a:ext cx="33832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31089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293B"/>
                </a:solidFill>
                <a:latin typeface="Calibri"/>
              </a:defRPr>
            </a:pPr>
            <a:r>
              <a:t>2. Live Status Tracking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Track your message status in real-time:</a:t>
            </a:r>
            <a:br/>
            <a:r>
              <a:t>• Pending (Received)</a:t>
            </a:r>
            <a:br/>
            <a:r>
              <a:t>• In Progress (Being Reviewed)</a:t>
            </a:r>
            <a:br/>
            <a:r>
              <a:t>• Resolved (Addressed)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834640"/>
            <a:ext cx="33832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31089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293B"/>
                </a:solidFill>
                <a:latin typeface="Calibri"/>
              </a:defRPr>
            </a:pPr>
            <a:r>
              <a:t>3. Pastoral Replies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Receive direct, confidential replies from pastoral leadership delivered safely into your portal inbox with timestamps.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  <a:latin typeface="Calibri"/>
              </a:defRPr>
            </a:pPr>
            <a:r>
              <a:t>WORLD ARK MISSIONS • MEMBER PORTAL</a:t>
            </a:r>
          </a:p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Your Privacy &amp; Security Come First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65760"/>
            <a:ext cx="731520" cy="731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400"/>
            </a:pPr>
            <a:r>
              <a:t>🔒</a:t>
            </a:r>
          </a:p>
          <a:p>
            <a:pPr>
              <a:spcAft>
                <a:spcPts val="1000"/>
              </a:spcAft>
              <a:defRPr sz="1800" b="1">
                <a:solidFill>
                  <a:srgbClr val="1E293B"/>
                </a:solidFill>
                <a:latin typeface="Calibri"/>
              </a:defRPr>
            </a:pPr>
            <a:r>
              <a:t>Strictly Confidential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Your financial records, welfare dues, and pastoral inquiries are encrypted and strictly accessible only to you and authorized leadership.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01168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400"/>
            </a:pPr>
            <a:r>
              <a:t>⏱️</a:t>
            </a:r>
          </a:p>
          <a:p>
            <a:pPr>
              <a:spcAft>
                <a:spcPts val="1000"/>
              </a:spcAft>
              <a:defRPr sz="1800" b="1">
                <a:solidFill>
                  <a:srgbClr val="1E293B"/>
                </a:solidFill>
                <a:latin typeface="Calibri"/>
              </a:defRPr>
            </a:pPr>
            <a:r>
              <a:t>15-Min Auto-Logout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Using a shared computer or tablet? If inactive for 15 minutes, the portal logs you out automatically with a 2-minute countdown warning.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01168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400"/>
            </a:pPr>
            <a:r>
              <a:t>🔑</a:t>
            </a:r>
          </a:p>
          <a:p>
            <a:pPr>
              <a:spcAft>
                <a:spcPts val="1000"/>
              </a:spcAft>
              <a:defRPr sz="1800" b="1">
                <a:solidFill>
                  <a:srgbClr val="1E293B"/>
                </a:solidFill>
                <a:latin typeface="Calibri"/>
              </a:defRPr>
            </a:pPr>
            <a:r>
              <a:t>Instant SMS Password Reset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Forgot your password? No problem. Simply click 'Forgot Password' and reset it within seconds using a 6-digit SMS code to your phone.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  <a:latin typeface="Calibri"/>
              </a:defRPr>
            </a:pPr>
            <a:r>
              <a:t>WORLD ARK MISSIONS • MEMBER PORTAL</a:t>
            </a:r>
          </a:p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Frequently Asked Questions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65760"/>
            <a:ext cx="731520" cy="731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645920"/>
            <a:ext cx="51206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  <a:latin typeface="Calibri"/>
              </a:defRPr>
            </a:pPr>
            <a:r>
              <a:t>Q: What if I didn't get the SMS verification code?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A: Double check that you typed the phone number you registered with the church. If your number has changed, visit our church IT desk to update your record.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  <a:latin typeface="Calibri"/>
              </a:defRPr>
            </a:pPr>
            <a:r>
              <a:t>Q: Can my spouse and I use the same phone number?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A: Yes! When multiple family members share a phone number, the portal displays an account picker so you choose your personal profile.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94760"/>
            <a:ext cx="51206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7764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  <a:latin typeface="Calibri"/>
              </a:defRPr>
            </a:pPr>
            <a:r>
              <a:t>Q: Can other members see my tithes or inquiries?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A: Absolutely not. Your portal account is completely private and accessible only with your personal credentials.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794760"/>
            <a:ext cx="51206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397764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  <a:latin typeface="Calibri"/>
              </a:defRPr>
            </a:pPr>
            <a:r>
              <a:t>Q: Do I need to download an app from the App Store?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A: No app download is required! It works seamlessly in any browser. You can tap 'Add to Home Screen' on your smartphone for one-tap access.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097280"/>
            <a:ext cx="941832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371600"/>
            <a:ext cx="8869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400" b="1">
                <a:solidFill>
                  <a:srgbClr val="D97706"/>
                </a:solidFill>
                <a:latin typeface="Calibri"/>
              </a:defRPr>
            </a:pPr>
            <a:r>
              <a:t>GET CONNECTED TODAY</a:t>
            </a:r>
          </a:p>
          <a:p>
            <a:pPr algn="ctr">
              <a:spcAft>
                <a:spcPts val="1600"/>
              </a:spcAft>
              <a:defRPr sz="3600" b="1">
                <a:solidFill>
                  <a:srgbClr val="F1F5F9"/>
                </a:solidFill>
                <a:latin typeface="Calibri"/>
              </a:defRPr>
            </a:pPr>
            <a:r>
              <a:t>Activate Your Member Portal</a:t>
            </a:r>
          </a:p>
          <a:p>
            <a:pPr algn="ctr">
              <a:spcAft>
                <a:spcPts val="1800"/>
              </a:spcAft>
              <a:defRPr sz="2200" b="1">
                <a:solidFill>
                  <a:srgbClr val="2563EB"/>
                </a:solidFill>
                <a:latin typeface="Calibri"/>
              </a:defRPr>
            </a:pPr>
            <a:r>
              <a:t>🌐 Visit: [ your-church-domain.com/portal ]</a:t>
            </a:r>
          </a:p>
          <a:p>
            <a:pPr algn="ctr">
              <a:spcAft>
                <a:spcPts val="20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Need help? Visit the IT / Media Desk in the foyer after service.</a:t>
            </a:r>
            <a:br/>
            <a:r>
              <a:t>Our team is ready to assist you in activating your account right away!</a:t>
            </a:r>
          </a:p>
          <a:p>
            <a:pPr algn="ctr">
              <a:defRPr sz="1300" i="1">
                <a:solidFill>
                  <a:srgbClr val="94A3B8"/>
                </a:solidFill>
                <a:latin typeface="Calibri"/>
              </a:defRPr>
            </a:pPr>
            <a:r>
              <a:t>World Ark Missions • Building Faith, Community &amp; Purpose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